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8BDF8"/>
                </a:solidFill>
              </a:defRPr>
            </a:pPr>
            <a:r>
              <a:t>B.Tech Project Presentation · 2025-26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IDEATE AND IMPLEMENT A SYSTEM TO ENHANCE</a:t>
            </a:r>
            <a:br/>
            <a:r>
              <a:t>THE QUALITY OF EDUCATION IN RURAL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4503" y="3200400"/>
            <a:ext cx="90260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969696"/>
                </a:solidFill>
              </a:defRPr>
            </a:pPr>
            <a:r>
              <a:rPr dirty="0"/>
              <a:t>MERN-based intelligent learning platform with AI-driven tutoring, multilingual support,</a:t>
            </a:r>
            <a:endParaRPr lang="en-IN" dirty="0"/>
          </a:p>
          <a:p>
            <a:pPr algn="ctr">
              <a:defRPr sz="1800">
                <a:solidFill>
                  <a:srgbClr val="969696"/>
                </a:solidFill>
              </a:defRPr>
            </a:pPr>
            <a:r>
              <a:rPr dirty="0"/>
              <a:t> and adaptive learning modules tailored for rural communities.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Himanshu Dwivedi (2200290120080) | Mukul Mittal (2200290120105)</a:t>
            </a:r>
            <a:br>
              <a:rPr dirty="0"/>
            </a:br>
            <a:r>
              <a:rPr dirty="0"/>
              <a:t>Dipendra P. Singh (2200290120067) | Mohd Asad (2200290120103)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Guide: Dr. Raj Kumar (Associate Professor &amp; Program Head)</a:t>
            </a:r>
            <a:br/>
            <a:r>
              <a:t>KIET Group of Institutions, Ghaziabad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38BDF8"/>
                </a:solidFill>
              </a:defRPr>
            </a:pPr>
            <a:r>
              <a:t>Why Rural Education Needs Intervention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00400" cy="1645920"/>
          </a:xfrm>
          <a:prstGeom prst="roundRect">
            <a:avLst/>
          </a:prstGeom>
          <a:solidFill>
            <a:srgbClr val="0F0F14"/>
          </a:solidFill>
          <a:ln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Poor Connectivity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Slow, unreliable network connections prevent consistent access to digital learning resources.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828800"/>
            <a:ext cx="3200400" cy="1645920"/>
          </a:xfrm>
          <a:prstGeom prst="roundRect">
            <a:avLst/>
          </a:prstGeom>
          <a:solidFill>
            <a:srgbClr val="0F0F14"/>
          </a:solidFill>
          <a:ln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Lack of Teachers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Rural schools face chronic shortage of trained educators, leading to poor academic foundations.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828800"/>
            <a:ext cx="3200400" cy="1645920"/>
          </a:xfrm>
          <a:prstGeom prst="roundRect">
            <a:avLst/>
          </a:prstGeom>
          <a:solidFill>
            <a:srgbClr val="0F0F14"/>
          </a:solidFill>
          <a:ln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Limited Device Access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Multiple students share a single smartphone in most rural households.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840480"/>
            <a:ext cx="3200400" cy="1645920"/>
          </a:xfrm>
          <a:prstGeom prst="roundRect">
            <a:avLst/>
          </a:prstGeom>
          <a:solidFill>
            <a:srgbClr val="0F0F14"/>
          </a:solidFill>
          <a:ln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Language Barriers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Most digital platforms operate only in English, alienating regional language students.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840480"/>
            <a:ext cx="3200400" cy="1645920"/>
          </a:xfrm>
          <a:prstGeom prst="roundRect">
            <a:avLst/>
          </a:prstGeom>
          <a:solidFill>
            <a:srgbClr val="0F0F14"/>
          </a:solidFill>
          <a:ln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Poor Infrastructure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Inadequate buildings, no electricity, and absence of digital labs.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840480"/>
            <a:ext cx="3200400" cy="1645920"/>
          </a:xfrm>
          <a:prstGeom prst="roundRect">
            <a:avLst/>
          </a:prstGeom>
          <a:solidFill>
            <a:srgbClr val="0F0F14"/>
          </a:solidFill>
          <a:ln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Widening Digital Divide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The gap between urban and rural students continues to grow.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38BDF8"/>
                </a:solidFill>
              </a:defRPr>
            </a:pPr>
            <a:r>
              <a:t>What We Aim to Achieve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1. Build a lightweight MERN platform for settings with limited internet connectivity.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2. Incorporate AI-driven support for immediate doubt clarification and tutoring.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3. Introduce multilingual assistance and voice-activated navigation tools.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4. Facilitate real-time teacher-student interaction through WebRTC.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5. Create adaptive learning modules based on individual student progress.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6. Guarantee data security with JWT and role-based access control.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7. Present comprehensive analytics dashboards for instructors and parents.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8. Develop a cost-effective, scalable system that narrows the digital divide.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38BDF8"/>
                </a:solidFill>
              </a:defRPr>
            </a:pPr>
            <a:r>
              <a:t>Modular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560320" cy="1828800"/>
          </a:xfrm>
          <a:prstGeom prst="roundRect">
            <a:avLst/>
          </a:prstGeom>
          <a:solidFill>
            <a:srgbClr val="0F0F14"/>
          </a:solidFill>
          <a:ln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RBAC Auth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Secure OTP-based registration for all roles.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828800"/>
            <a:ext cx="2560320" cy="1828800"/>
          </a:xfrm>
          <a:prstGeom prst="roundRect">
            <a:avLst/>
          </a:prstGeom>
          <a:solidFill>
            <a:srgbClr val="0F0F14"/>
          </a:solidFill>
          <a:ln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AI Learning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AI tutoring resolves doubts and provides feedback.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2560320" cy="1828800"/>
          </a:xfrm>
          <a:prstGeom prst="roundRect">
            <a:avLst/>
          </a:prstGeom>
          <a:solidFill>
            <a:srgbClr val="0F0F14"/>
          </a:solidFill>
          <a:ln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CMS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Teachers upload organized materials &amp; quizzes.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828800"/>
            <a:ext cx="2560320" cy="1828800"/>
          </a:xfrm>
          <a:prstGeom prst="roundRect">
            <a:avLst/>
          </a:prstGeom>
          <a:solidFill>
            <a:srgbClr val="0F0F14"/>
          </a:solidFill>
          <a:ln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Analytics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Tracks attendance and performance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2560320" cy="1828800"/>
          </a:xfrm>
          <a:prstGeom prst="roundRect">
            <a:avLst/>
          </a:prstGeom>
          <a:solidFill>
            <a:srgbClr val="0F0F14"/>
          </a:solidFill>
          <a:ln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Multilingual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Multiple regional languages for accessibility.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4114800"/>
            <a:ext cx="2560320" cy="1828800"/>
          </a:xfrm>
          <a:prstGeom prst="roundRect">
            <a:avLst/>
          </a:prstGeom>
          <a:solidFill>
            <a:srgbClr val="0F0F14"/>
          </a:solidFill>
          <a:ln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Secure Cloud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Centralized DB with end-to-end encryption.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2560320" cy="1828800"/>
          </a:xfrm>
          <a:prstGeom prst="roundRect">
            <a:avLst/>
          </a:prstGeom>
          <a:solidFill>
            <a:srgbClr val="0F0F14"/>
          </a:solidFill>
          <a:ln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Parent Module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Access to monitor performance &amp; attendance.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4114800"/>
            <a:ext cx="2560320" cy="1828800"/>
          </a:xfrm>
          <a:prstGeom prst="roundRect">
            <a:avLst/>
          </a:prstGeom>
          <a:solidFill>
            <a:srgbClr val="0F0F14"/>
          </a:solidFill>
          <a:ln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Scalability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Flexible deployment across schools/villages.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38BDF8"/>
                </a:solidFill>
              </a:defRPr>
            </a:pPr>
            <a:r>
              <a:t>MERN Full-Stack Integration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560320" cy="1828800"/>
          </a:xfrm>
          <a:prstGeom prst="roundRect">
            <a:avLst/>
          </a:prstGeom>
          <a:solidFill>
            <a:srgbClr val="0F0F14"/>
          </a:solidFill>
          <a:ln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MongoDB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NoSQL database for profiles and analytics.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828800"/>
            <a:ext cx="2560320" cy="1828800"/>
          </a:xfrm>
          <a:prstGeom prst="roundRect">
            <a:avLst/>
          </a:prstGeom>
          <a:solidFill>
            <a:srgbClr val="0F0F14"/>
          </a:solidFill>
          <a:ln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Express.js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Robust REST APIs for content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2560320" cy="1828800"/>
          </a:xfrm>
          <a:prstGeom prst="roundRect">
            <a:avLst/>
          </a:prstGeom>
          <a:solidFill>
            <a:srgbClr val="0F0F14"/>
          </a:solidFill>
          <a:ln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React.js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Lightweight UI for low-end smartphones.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828800"/>
            <a:ext cx="2560320" cy="1828800"/>
          </a:xfrm>
          <a:prstGeom prst="roundRect">
            <a:avLst/>
          </a:prstGeom>
          <a:solidFill>
            <a:srgbClr val="0F0F14"/>
          </a:solidFill>
          <a:ln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Node.js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Runtime for real-time data exchange.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2560320" cy="1828800"/>
          </a:xfrm>
          <a:prstGeom prst="roundRect">
            <a:avLst/>
          </a:prstGeom>
          <a:solidFill>
            <a:srgbClr val="0F0F14"/>
          </a:solidFill>
          <a:ln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AI / NLP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Doubt resolution tutoring.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4114800"/>
            <a:ext cx="2560320" cy="1828800"/>
          </a:xfrm>
          <a:prstGeom prst="roundRect">
            <a:avLst/>
          </a:prstGeom>
          <a:solidFill>
            <a:srgbClr val="0F0F14"/>
          </a:solidFill>
          <a:ln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WebRTC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Real-time doubt sessions.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2560320" cy="1828800"/>
          </a:xfrm>
          <a:prstGeom prst="roundRect">
            <a:avLst/>
          </a:prstGeom>
          <a:solidFill>
            <a:srgbClr val="0F0F14"/>
          </a:solidFill>
          <a:ln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AWS Cloud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Secure and scalable hosting.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4114800"/>
            <a:ext cx="2560320" cy="1828800"/>
          </a:xfrm>
          <a:prstGeom prst="roundRect">
            <a:avLst/>
          </a:prstGeom>
          <a:solidFill>
            <a:srgbClr val="0F0F14"/>
          </a:solidFill>
          <a:ln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JWT Security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Secure role-based access.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38BDF8"/>
                </a:solidFill>
              </a:defRPr>
            </a:pPr>
            <a:r>
              <a:t>Data Flow &amp; Use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3657600"/>
          </a:xfrm>
          <a:prstGeom prst="roundRect">
            <a:avLst/>
          </a:prstGeom>
          <a:solidFill>
            <a:srgbClr val="0F0F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DFD (Level 1) Overview</a:t>
            </a:r>
            <a:br/>
            <a:endParaRPr/>
          </a:p>
          <a:p>
            <a:pPr>
              <a:defRPr sz="1800">
                <a:solidFill>
                  <a:srgbClr val="FFFFFF"/>
                </a:solidFill>
              </a:defRPr>
            </a:pPr>
            <a:r>
              <a:t>The system processes inputs from Students, Teachers, and Admins through a central processing core.</a:t>
            </a:r>
            <a:br/>
            <a:br/>
            <a:r>
              <a:t>[ Actors ] → [ Process 1.0 ] → [ MongoDB ]</a:t>
            </a:r>
            <a:br/>
            <a:r>
              <a:t>(Output: Content, Analytics, AI Responses)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295" y="1828800"/>
            <a:ext cx="4572000" cy="3657600"/>
          </a:xfrm>
          <a:prstGeom prst="roundRect">
            <a:avLst/>
          </a:prstGeom>
          <a:solidFill>
            <a:srgbClr val="0F0F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Actor Roles</a:t>
            </a:r>
            <a:br/>
            <a:endParaRPr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STUDENT: Take Quiz, View Content, AI Chat.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TEACHER: Upload Content, Create Quiz, Resolve Doubts.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PARENT: View Progress, Attendance Reports.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ADMIN: Manage Users, Config, System Analytics.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38BDF8"/>
                </a:solidFill>
              </a:defRPr>
            </a:pPr>
            <a:r>
              <a:t>Comprehensive Testing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3628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TC-01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User registration with OTP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Account created, role assigned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C55E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TC-02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AI chatbot doubt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Contextual response &lt; 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C55E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TC-03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Quiz auto-evaluation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Score calculated, stored in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C55E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TC-04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WebRTC session stability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Audio connects at 256kbps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C55E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TC-05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Role-based access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Unauthorized access blocked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C55E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38BDF8"/>
                </a:solidFill>
              </a:defRPr>
            </a:pPr>
            <a:r>
              <a:t>Results &amp; Module Interfaces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40310"/>
            <a:ext cx="3291840" cy="4660490"/>
          </a:xfrm>
          <a:prstGeom prst="roundRect">
            <a:avLst/>
          </a:prstGeom>
          <a:solidFill>
            <a:srgbClr val="0F0F14"/>
          </a:solidFill>
          <a:ln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69696"/>
                </a:solidFill>
              </a:defRPr>
            </a:pPr>
            <a:br>
              <a:rPr dirty="0"/>
            </a:br>
            <a:br>
              <a:rPr dirty="0"/>
            </a:br>
            <a:endParaRPr dirty="0"/>
          </a:p>
          <a:p>
            <a:pPr algn="ctr">
              <a:defRPr sz="2000" b="1">
                <a:solidFill>
                  <a:srgbClr val="38BDF8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38BDF8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38BDF8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38BDF8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38BDF8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38BDF8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38BDF8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38BDF8"/>
                </a:solidFill>
              </a:defRPr>
            </a:pPr>
            <a:r>
              <a:rPr dirty="0"/>
              <a:t>Educator Dashboard</a:t>
            </a:r>
            <a:br>
              <a:rPr dirty="0"/>
            </a:br>
            <a:endParaRPr dirty="0"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rPr dirty="0"/>
              <a:t>Unified management of courses, tracking, and open doubts.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740309"/>
            <a:ext cx="3291840" cy="4660489"/>
          </a:xfrm>
          <a:prstGeom prst="roundRect">
            <a:avLst/>
          </a:prstGeom>
          <a:solidFill>
            <a:srgbClr val="0F0F14"/>
          </a:solidFill>
          <a:ln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69696"/>
                </a:solidFill>
              </a:defRPr>
            </a:pPr>
            <a:br>
              <a:rPr dirty="0"/>
            </a:br>
            <a:br>
              <a:rPr dirty="0"/>
            </a:br>
            <a:endParaRPr dirty="0"/>
          </a:p>
          <a:p>
            <a:pPr algn="ctr">
              <a:defRPr sz="2000" b="1">
                <a:solidFill>
                  <a:srgbClr val="38BDF8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38BDF8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38BDF8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38BDF8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38BDF8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38BDF8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38BDF8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38BDF8"/>
                </a:solidFill>
              </a:defRPr>
            </a:pPr>
            <a:r>
              <a:rPr dirty="0"/>
              <a:t>Secure Sign In</a:t>
            </a:r>
            <a:br>
              <a:rPr dirty="0"/>
            </a:br>
            <a:endParaRPr dirty="0"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rPr dirty="0"/>
              <a:t>Robust authentication for multi-role user access.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740311"/>
            <a:ext cx="3291840" cy="4660490"/>
          </a:xfrm>
          <a:prstGeom prst="roundRect">
            <a:avLst/>
          </a:prstGeom>
          <a:solidFill>
            <a:srgbClr val="0F0F14"/>
          </a:solidFill>
          <a:ln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69696"/>
                </a:solidFill>
              </a:defRPr>
            </a:pPr>
            <a:br>
              <a:rPr dirty="0"/>
            </a:br>
            <a:br>
              <a:rPr dirty="0"/>
            </a:br>
            <a:endParaRPr dirty="0"/>
          </a:p>
          <a:p>
            <a:pPr algn="ctr">
              <a:defRPr sz="2000" b="1">
                <a:solidFill>
                  <a:srgbClr val="38BDF8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38BDF8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38BDF8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38BDF8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38BDF8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38BDF8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38BDF8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38BDF8"/>
                </a:solidFill>
              </a:defRPr>
            </a:pPr>
            <a:r>
              <a:rPr dirty="0"/>
              <a:t>AI Study Assistant</a:t>
            </a:r>
            <a:br>
              <a:rPr dirty="0"/>
            </a:br>
            <a:endParaRPr dirty="0"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rPr dirty="0"/>
              <a:t>NLP chatbot providing instant academic guidance.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1183B6-CAE6-1DB9-4293-34FA274FA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2163097"/>
            <a:ext cx="3000805" cy="2703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3D0D1F-944D-D1E7-D02C-0AE126EAF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671" y="2163096"/>
            <a:ext cx="3050124" cy="27038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8D95C6-D9D5-164C-E1EA-0EE88E23A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432" y="2163097"/>
            <a:ext cx="2890683" cy="27038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38BDF8"/>
                </a:solidFill>
              </a:defRPr>
            </a:pPr>
            <a:r>
              <a:t>Sustainable Development Goals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286000"/>
            <a:ext cx="4114800" cy="3200400"/>
          </a:xfrm>
          <a:prstGeom prst="roundRect">
            <a:avLst/>
          </a:prstGeom>
          <a:solidFill>
            <a:srgbClr val="0F0F14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EF4444"/>
                </a:solidFill>
              </a:defRPr>
            </a:pPr>
            <a:r>
              <a:t>SDG 4: Quality Education</a:t>
            </a:r>
            <a:br/>
            <a:endParaRPr/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Addresses gap through MERN stack + AI tools.</a:t>
            </a:r>
            <a:br/>
            <a:r>
              <a:t>• Provides accessible, interactive learning.</a:t>
            </a:r>
            <a:br/>
            <a:r>
              <a:t>• Overcomes poor infrastructure challenges.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295" y="2286000"/>
            <a:ext cx="4114800" cy="3200400"/>
          </a:xfrm>
          <a:prstGeom prst="roundRect">
            <a:avLst/>
          </a:prstGeom>
          <a:solidFill>
            <a:srgbClr val="0F0F14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SDG 16: Strong Institutions</a:t>
            </a:r>
            <a:br/>
            <a:endParaRPr/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Accountable service delivery through transparency.</a:t>
            </a:r>
            <a:br/>
            <a:r>
              <a:t>• AI-chatbot simplifies info access.</a:t>
            </a:r>
            <a:br/>
            <a:r>
              <a:t>• Responsive and inclusive platform.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38BDF8"/>
                </a:solidFill>
              </a:defRPr>
            </a:pPr>
            <a:r>
              <a:t>Summary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2743200"/>
          </a:xfrm>
          <a:prstGeom prst="roundRect">
            <a:avLst/>
          </a:prstGeom>
          <a:solidFill>
            <a:srgbClr val="0F0F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Project Summary</a:t>
            </a:r>
            <a:br/>
            <a:endParaRPr/>
          </a:p>
          <a:p>
            <a:pPr>
              <a:defRPr sz="1800">
                <a:solidFill>
                  <a:srgbClr val="FFFFFF"/>
                </a:solidFill>
              </a:defRPr>
            </a:pPr>
            <a:r>
              <a:t>The system bridges the digital divide with AI-driven tutoring and low-bandwidth WebRTC support, successfully providing inclusive educational ecosystems.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295" y="1828800"/>
            <a:ext cx="4572000" cy="2743200"/>
          </a:xfrm>
          <a:prstGeom prst="roundRect">
            <a:avLst/>
          </a:prstGeom>
          <a:solidFill>
            <a:srgbClr val="0F0F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Future Scope</a:t>
            </a:r>
            <a:br/>
            <a:endParaRPr/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→ Enhanced AI Personalization &amp; ML models.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→ Extended regional curriculum integration.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→ Native Mobile Apps (Android/iOS).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733</Words>
  <Application>Microsoft Office PowerPoint</Application>
  <PresentationFormat>Widescreen</PresentationFormat>
  <Paragraphs>148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mukul mittal</dc:creator>
  <cp:keywords/>
  <dc:description>generated using python-pptx</dc:description>
  <cp:lastModifiedBy>mukul mittal</cp:lastModifiedBy>
  <cp:revision>2</cp:revision>
  <dcterms:created xsi:type="dcterms:W3CDTF">2013-01-27T09:14:16Z</dcterms:created>
  <dcterms:modified xsi:type="dcterms:W3CDTF">2026-05-06T18:37:14Z</dcterms:modified>
  <cp:category/>
</cp:coreProperties>
</file>